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17447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Blue pair / cool paper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1305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1524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Correctness can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877824" y="2816352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1524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 </a:t>
            </a:r>
            <a:pPr indent="0" marL="0">
              <a:buNone/>
            </a:pPr>
            <a:r>
              <a:rPr lang="en-US" sz="6150" b="1" dirty="0">
                <a:solidFill>
                  <a:srgbClr val="DD5D7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convenient.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877824" y="39136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0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Trustworthy data science in an age of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3F73D8"/>
          </a:solidFill>
          <a:ln w="12700">
            <a:solidFill>
              <a:srgbClr val="3F73D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26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Accent test / mint + gold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1305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1524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Correctness can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877824" y="2816352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1524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 </a:t>
            </a:r>
            <a:pPr indent="0" marL="0">
              <a:buNone/>
            </a:pPr>
            <a:r>
              <a:rPr lang="en-US" sz="6150" b="1" dirty="0">
                <a:solidFill>
                  <a:srgbClr val="B574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convenient.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877824" y="39136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0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Trustworthy data science in an age of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59B899"/>
          </a:solidFill>
          <a:ln w="12700">
            <a:solidFill>
              <a:srgbClr val="59B899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6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AA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Accent test / periwinkle + coral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1901952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877824" y="4096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b="1" dirty="0">
                <a:solidFill>
                  <a:srgbClr val="FFD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Sara Altman and Simon Couch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77824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FFD07A">
                    <a:alpha val="8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posit::conf(2026)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8092D2"/>
          </a:solidFill>
          <a:ln w="12700">
            <a:solidFill>
              <a:srgbClr val="8092D2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44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Blue pair / cool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1901952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877824" y="4096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b="1" dirty="0">
                <a:solidFill>
                  <a:srgbClr val="FFD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Sara Altman and Simon Couch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77824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FFD07A">
                    <a:alpha val="8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posit::conf(2026)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EF8B3E"/>
          </a:solidFill>
          <a:ln w="12700">
            <a:solidFill>
              <a:srgbClr val="EF8B3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44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Blue pair / warm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1901952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877824" y="4096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b="1" dirty="0">
                <a:solidFill>
                  <a:srgbClr val="FFD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Sara Altman and Simon Couch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77824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FFD07A">
                    <a:alpha val="8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posit::conf(2026)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EF8B3E"/>
          </a:solidFill>
          <a:ln w="12700">
            <a:solidFill>
              <a:srgbClr val="EF8B3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2F673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Green pair / cool paper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1305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1524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Correctness can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877824" y="2816352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1524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 </a:t>
            </a:r>
            <a:pPr indent="0" marL="0">
              <a:buNone/>
            </a:pPr>
            <a:r>
              <a:rPr lang="en-US" sz="6150" b="1" dirty="0">
                <a:solidFill>
                  <a:srgbClr val="DD5D7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convenient.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877824" y="39136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0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Trustworthy data science in an age of agents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43845A"/>
          </a:solidFill>
          <a:ln w="12700">
            <a:solidFill>
              <a:srgbClr val="43845A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Green pair / cool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1901952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877824" y="4096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b="1" dirty="0">
                <a:solidFill>
                  <a:srgbClr val="FFD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Sara Altman and Simon Couch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77824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FFD07A">
                    <a:alpha val="8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posit::conf(2026)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EF8B3E"/>
          </a:solidFill>
          <a:ln w="12700">
            <a:solidFill>
              <a:srgbClr val="EF8B3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Green pair / warm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1901952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Agents for correct,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transparent, and</a:t>
            </a:r>
            <a:endParaRPr lang="en-US" sz="4650" dirty="0"/>
          </a:p>
          <a:p>
            <a:pPr indent="0" marL="0">
              <a:buNone/>
            </a:pPr>
            <a:r>
              <a:rPr lang="en-US" sz="465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reproducible analysis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877824" y="4096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b="1" dirty="0">
                <a:solidFill>
                  <a:srgbClr val="FFD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Sara Altman and Simon Couch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77824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FFD07A">
                    <a:alpha val="8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posit::conf(2026)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8823960" y="2295144"/>
            <a:ext cx="2267712" cy="2267712"/>
          </a:xfrm>
          <a:prstGeom prst="ellipse">
            <a:avLst/>
          </a:prstGeom>
          <a:solidFill>
            <a:srgbClr val="EF8B3E"/>
          </a:solidFill>
          <a:ln w="12700">
            <a:solidFill>
              <a:srgbClr val="EF8B3E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6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AA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/ periwinkle + coral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240280"/>
            <a:ext cx="694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"Your VP is doing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rogue analysis in cursor"</a:t>
            </a:r>
            <a:endParaRPr lang="en-US" sz="4200" dirty="0"/>
          </a:p>
        </p:txBody>
      </p:sp>
      <p:pic>
        <p:nvPicPr>
          <p:cNvPr id="4" name="Image 0" descr="/Users/saraa/GitHub/skaltman/conf-26/slide-design/prototypes/assets/cowboy-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08" y="2432304"/>
            <a:ext cx="2478024" cy="1664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44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/ blue + cool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5328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The VP</a:t>
            </a:r>
            <a:endParaRPr lang="en-US" sz="7800" dirty="0"/>
          </a:p>
        </p:txBody>
      </p:sp>
      <p:pic>
        <p:nvPicPr>
          <p:cNvPr id="4" name="Image 0" descr="/Users/saraa/GitHub/skaltman/conf-26/slide-design/prototypes/assets/cowboy-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08" y="2432304"/>
            <a:ext cx="2478024" cy="1664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44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/ blue + warm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5328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The VP</a:t>
            </a:r>
            <a:endParaRPr lang="en-US" sz="7800" dirty="0"/>
          </a:p>
        </p:txBody>
      </p:sp>
      <p:pic>
        <p:nvPicPr>
          <p:cNvPr id="4" name="Image 0" descr="/Users/saraa/GitHub/skaltman/conf-26/slide-design/prototypes/assets/cowboy-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08" y="2432304"/>
            <a:ext cx="2478024" cy="1664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/ green + cool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5328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0" b="1" dirty="0">
                <a:solidFill>
                  <a:srgbClr val="F5F2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The VP</a:t>
            </a:r>
            <a:endParaRPr lang="en-US" sz="7800" dirty="0"/>
          </a:p>
        </p:txBody>
      </p:sp>
      <p:pic>
        <p:nvPicPr>
          <p:cNvPr id="4" name="Image 0" descr="/Users/saraa/GitHub/skaltman/conf-26/slide-design/prototypes/assets/cowboy-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08" y="2432304"/>
            <a:ext cx="2478024" cy="1664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5" b="1" dirty="0">
                <a:solidFill>
                  <a:srgbClr val="FFC7D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/ green + warm foreground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877824" y="25328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0" b="1" dirty="0">
                <a:solidFill>
                  <a:srgbClr val="FFF1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The VP</a:t>
            </a:r>
            <a:endParaRPr lang="en-US" sz="7800" dirty="0"/>
          </a:p>
        </p:txBody>
      </p:sp>
      <p:pic>
        <p:nvPicPr>
          <p:cNvPr id="4" name="Image 0" descr="/Users/saraa/GitHub/skaltman/conf-26/slide-design/prototypes/assets/cowboy-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08" y="2432304"/>
            <a:ext cx="2478024" cy="1664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5F2E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Posit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posit::conf(2026) slide design prototypes</dc:title>
  <dc:subject>Editable visual design prototypes</dc:subject>
  <dc:creator>Sara Altman and Simon Couch</dc:creator>
  <cp:lastModifiedBy>Sara Altman and Simon Couch</cp:lastModifiedBy>
  <cp:revision>1</cp:revision>
  <dcterms:created xsi:type="dcterms:W3CDTF">2026-09-06T04:30:59Z</dcterms:created>
  <dcterms:modified xsi:type="dcterms:W3CDTF">2026-09-06T04:30:59Z</dcterms:modified>
</cp:coreProperties>
</file>
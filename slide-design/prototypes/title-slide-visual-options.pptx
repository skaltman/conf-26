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69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097280"/>
            <a:ext cx="7452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Agents for correct,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transparent, and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reproducible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5650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5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Simon Couch and Sara Altman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5998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C5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posit::conf (2026)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75320" y="2267712"/>
            <a:ext cx="1783080" cy="1783080"/>
          </a:xfrm>
          <a:prstGeom prst="ellipse">
            <a:avLst/>
          </a:prstGeom>
          <a:solidFill>
            <a:srgbClr val="8393CF"/>
          </a:solidFill>
          <a:ln w="12700">
            <a:solidFill>
              <a:srgbClr val="8393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8128" y="2267712"/>
            <a:ext cx="1783080" cy="1783080"/>
          </a:xfrm>
          <a:prstGeom prst="ellipse">
            <a:avLst/>
          </a:prstGeom>
          <a:solidFill>
            <a:srgbClr val="EF914C"/>
          </a:solidFill>
          <a:ln w="12700">
            <a:solidFill>
              <a:srgbClr val="EF914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A69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097280"/>
            <a:ext cx="7452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Agents for correct,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transparent, and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reproducible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5650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5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Simon Couch and Sara Altman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5998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C5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posit::conf (2026)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70848" y="1920240"/>
            <a:ext cx="2057400" cy="2057400"/>
          </a:xfrm>
          <a:prstGeom prst="ellipse">
            <a:avLst/>
          </a:prstGeom>
          <a:solidFill>
            <a:srgbClr val="EF914C"/>
          </a:solidFill>
          <a:ln w="12700">
            <a:solidFill>
              <a:srgbClr val="EF91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2962656"/>
            <a:ext cx="3456432" cy="1600200"/>
          </a:xfrm>
          <a:prstGeom prst="rect">
            <a:avLst/>
          </a:prstGeom>
          <a:solidFill>
            <a:srgbClr val="3A6945"/>
          </a:solidFill>
          <a:ln w="12700">
            <a:solidFill>
              <a:srgbClr val="3A694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2953512"/>
            <a:ext cx="3401568" cy="91440"/>
          </a:xfrm>
          <a:prstGeom prst="roundRect">
            <a:avLst>
              <a:gd name="adj" fmla="val 40000"/>
            </a:avLst>
          </a:prstGeom>
          <a:solidFill>
            <a:srgbClr val="8393CF"/>
          </a:solidFill>
          <a:ln w="12700">
            <a:solidFill>
              <a:srgbClr val="8393C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3273552"/>
            <a:ext cx="2761488" cy="82296"/>
          </a:xfrm>
          <a:prstGeom prst="roundRect">
            <a:avLst>
              <a:gd name="adj" fmla="val 44444"/>
            </a:avLst>
          </a:prstGeom>
          <a:solidFill>
            <a:srgbClr val="8393CF"/>
          </a:solidFill>
          <a:ln w="12700">
            <a:solidFill>
              <a:srgbClr val="8393C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70848" y="3566160"/>
            <a:ext cx="2084832" cy="73152"/>
          </a:xfrm>
          <a:prstGeom prst="roundRect">
            <a:avLst>
              <a:gd name="adj" fmla="val 50000"/>
            </a:avLst>
          </a:prstGeom>
          <a:solidFill>
            <a:srgbClr val="8393CF"/>
          </a:solidFill>
          <a:ln w="12700">
            <a:solidFill>
              <a:srgbClr val="8393C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0" y="3831336"/>
            <a:ext cx="1389888" cy="64008"/>
          </a:xfrm>
          <a:prstGeom prst="roundRect">
            <a:avLst>
              <a:gd name="adj" fmla="val 57143"/>
            </a:avLst>
          </a:prstGeom>
          <a:solidFill>
            <a:srgbClr val="8393CF"/>
          </a:solidFill>
          <a:ln w="12700">
            <a:solidFill>
              <a:srgbClr val="8393C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visual options</dc:title>
  <dc:subject>Two circles and abstract sunrise comparison</dc:subject>
  <dc:creator>Sara Altman and Simon Couch</dc:creator>
  <cp:lastModifiedBy>Sara Altman and Simon Couch</cp:lastModifiedBy>
  <cp:revision>1</cp:revision>
  <dcterms:created xsi:type="dcterms:W3CDTF">2026-09-06T05:06:07Z</dcterms:created>
  <dcterms:modified xsi:type="dcterms:W3CDTF">2026-09-06T05:06:07Z</dcterms:modified>
</cp:coreProperties>
</file>